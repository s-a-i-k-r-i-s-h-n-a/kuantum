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9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43DA-0E07-5954-FC07-E35977D1C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77920-65F8-8881-42A6-6F65EA019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ACABB-07CC-E6B5-0DAF-C2390981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1A2E4-C22D-840D-2529-82988A1B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29990-E520-AE60-A7EC-EEEAE51B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65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2669-6C88-8515-53C2-AB696C88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57D0-6B33-73EC-6C87-BF578E8C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5D8B5-DF6E-7E64-6D93-FBFB833E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F69DC-B000-BBEC-FA59-993E94B7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81B29-735D-485B-5207-070FF4F7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37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D27A-781D-0A27-2B1D-CB4A16EE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FBD80-B023-B306-128E-A81D91A8E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CC7B-F051-141F-8B5D-42A3118B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C321-47FE-7DC5-BEF8-45CCDF60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476BE-B454-A29F-F2A2-67E21F0F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80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7457-A437-8FD3-B930-0FE4B4D0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BEF5F-7FEB-0632-F55E-7A667E85A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FCEC7-BE2F-EA2F-2FA8-58892C374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785E5-EDC3-9C32-85DC-982189FD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5788B-EF1C-D2E6-DDB6-E27CE995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4910D-A04A-F6C5-3B40-F709DC58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57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EC863-A526-E0F3-6FC4-D4B65488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87090-2F16-C7DB-6E89-03EC48FF7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1065F-8D74-D879-AEAC-23D826753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5545D-6681-9755-A3A3-DB01CEF15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EF1BF-8012-085F-5F91-F83F47ED8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B8E52-E696-C3AE-640A-DF860688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953D9-BA6D-CF68-A637-8678F8B57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CB578-6153-3B13-8DB9-7F90F8C8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41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F62F-9F4B-D682-6D2A-D7D880F8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7D7B4-8B1F-04F2-EE28-723A3420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FC647-D1AC-5BA7-786C-8C930305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E9146-159A-3DA7-5D89-DA961C76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13629-71D1-7E3B-440B-7C685391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602A4-BD8B-90D2-AC04-88A86D4E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C59F2-8159-576D-9521-B864E481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9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1637-6472-262A-CAEB-D90881DF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99916-0959-8A32-D223-FCDA783D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BB899-04EC-9440-9FE4-64BDD0402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36AB7-C17C-BEA9-7757-481B807D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25230-8AD6-5BAA-9DDD-EB2884EF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6F3C0-7C9A-DCC7-262C-672AA20F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45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E344-8DF5-37AB-D494-09C8C8AC9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61553-C913-478B-1E14-2073BAB3E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A9060-47B8-31B8-6702-2E7645968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F1034-7E6F-27EC-203C-4F009A549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56C0D-3AFC-763A-C448-7E65E21A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582C2-9CB6-4C70-8708-DED12174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8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4CAA-E038-903D-8D6A-9BC7359D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399BE-F9D1-FC41-C403-FA4F5D9DC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CC41F-5383-5E26-BB27-262F26628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161F5-F35A-11AF-E55D-A2F708E5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5EF7E-8B3E-36D3-1EE9-E0D6CCD7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32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676CC-B1F3-26BC-D6C6-597DADF13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DE291-1A13-8EEB-518E-7FD412637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91772-AFB0-1E4A-0B64-5A8E4D81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6E5B6-AB27-F65A-8110-F0EA1A88C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881A-9DF8-B6E1-9F9F-AC9D356C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2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510F0-85DF-E0E9-F683-0D4B529E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C7691-7AB7-9A6A-037F-3EA90E4E5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1E927-46B1-A2EB-BF7D-E170951F2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6BE2-6945-F133-AE73-B2FFCCA64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46367-2DE6-FE05-DA9C-5DDB49EA4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49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19045A-1ACA-D1E5-2BAB-40199A0A9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55E16-D9AB-55CC-60F5-34CA9510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9F42B-13D4-9D24-2BE8-C3524F86A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4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7F49-9706-903B-ECAD-A7D9C8AF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3A160-B074-0C16-678C-47FE19630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7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5E54-E0A0-A784-0325-AFD719C9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EB2D03-A42A-D61A-2968-C4F6DC599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0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BFBA-8385-D701-468A-669E5146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4D866-DA42-6C7C-BF61-EBF58E1A2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6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ED023-1331-CAAD-4746-F33909B8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61CF4-C15A-0AE7-1788-0E913345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7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62B24-177C-DB71-503C-405C7FD6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4BAB5B-0FD2-C069-3099-8339190FE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86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BFD8-57B4-28EC-6574-5119CE51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D59235-9B66-0765-F200-7833A6F9A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9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1817ED-291A-4AD6-7E6B-AE400C594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0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BFAB-903E-0FD6-95E9-FB138C35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01E5C-444A-3C7F-1F36-049EDB72B747}"/>
              </a:ext>
            </a:extLst>
          </p:cNvPr>
          <p:cNvSpPr txBox="1"/>
          <p:nvPr/>
        </p:nvSpPr>
        <p:spPr>
          <a:xfrm>
            <a:off x="2218228" y="1667499"/>
            <a:ext cx="735320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 err="1">
                <a:latin typeface="Symbol" panose="05050102010706020507" pitchFamily="18" charset="2"/>
              </a:rPr>
              <a:t>t</a:t>
            </a:r>
            <a:r>
              <a:rPr lang="en-US" sz="9600" dirty="0" err="1"/>
              <a:t>h</a:t>
            </a:r>
            <a:r>
              <a:rPr lang="en-US" sz="9600" dirty="0" err="1">
                <a:latin typeface="Symbol" panose="05050102010706020507" pitchFamily="18" charset="2"/>
              </a:rPr>
              <a:t>ahk</a:t>
            </a:r>
            <a:r>
              <a:rPr lang="en-US" sz="9600" dirty="0">
                <a:latin typeface="Symbol" panose="05050102010706020507" pitchFamily="18" charset="2"/>
              </a:rPr>
              <a:t> You</a:t>
            </a:r>
            <a:endParaRPr lang="en-IN" sz="9600" dirty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75261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RAVEN -</dc:creator>
  <cp:lastModifiedBy>Kishore S</cp:lastModifiedBy>
  <cp:revision>2</cp:revision>
  <dcterms:created xsi:type="dcterms:W3CDTF">2026-10-04T12:26:20Z</dcterms:created>
  <dcterms:modified xsi:type="dcterms:W3CDTF">2026-10-09T11:23:40Z</dcterms:modified>
</cp:coreProperties>
</file>