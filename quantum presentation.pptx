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09" autoAdjust="0"/>
    <p:restoredTop sz="94660"/>
  </p:normalViewPr>
  <p:slideViewPr>
    <p:cSldViewPr snapToGrid="0">
      <p:cViewPr varScale="1">
        <p:scale>
          <a:sx n="84" d="100"/>
          <a:sy n="84" d="100"/>
        </p:scale>
        <p:origin x="4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643DA-0E07-5954-FC07-E35977D1C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277920-65F8-8881-42A6-6F65EA0199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ACABB-07CC-E6B5-0DAF-C23909811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D6A3-E2BD-49D3-86A0-ADE6897CA74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1A2E4-C22D-840D-2529-82988A1BB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29990-E520-AE60-A7EC-EEEAE51B5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5D68-6D6E-4DD4-85D5-D574D96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65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12669-6C88-8515-53C2-AB696C882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057D0-6B33-73EC-6C87-BF578E8C4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5D8B5-DF6E-7E64-6D93-FBFB833EF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D6A3-E2BD-49D3-86A0-ADE6897CA74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F69DC-B000-BBEC-FA59-993E94B7C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81B29-735D-485B-5207-070FF4F72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5D68-6D6E-4DD4-85D5-D574D96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4375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5D27A-781D-0A27-2B1D-CB4A16EEA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FBD80-B023-B306-128E-A81D91A8EA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5CC7B-F051-141F-8B5D-42A3118BE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D6A3-E2BD-49D3-86A0-ADE6897CA74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DC321-47FE-7DC5-BEF8-45CCDF60C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476BE-B454-A29F-F2A2-67E21F0F1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5D68-6D6E-4DD4-85D5-D574D96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80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57457-A437-8FD3-B930-0FE4B4D06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BEF5F-7FEB-0632-F55E-7A667E85A1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FCEC7-BE2F-EA2F-2FA8-58892C3745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5785E5-EDC3-9C32-85DC-982189FD0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D6A3-E2BD-49D3-86A0-ADE6897CA74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5788B-EF1C-D2E6-DDB6-E27CE9958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F4910D-A04A-F6C5-3B40-F709DC587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5D68-6D6E-4DD4-85D5-D574D96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571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EC863-A526-E0F3-6FC4-D4B654881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C87090-2F16-C7DB-6E89-03EC48FF7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31065F-8D74-D879-AEAC-23D826753D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25545D-6681-9755-A3A3-DB01CEF15D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7EF1BF-8012-085F-5F91-F83F47ED8F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9B8E52-E696-C3AE-640A-DF8606889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D6A3-E2BD-49D3-86A0-ADE6897CA74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A953D9-BA6D-CF68-A637-8678F8B57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1CB578-6153-3B13-8DB9-7F90F8C8C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5D68-6D6E-4DD4-85D5-D574D96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412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5F62F-9F4B-D682-6D2A-D7D880F85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97D7B4-8B1F-04F2-EE28-723A34201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D6A3-E2BD-49D3-86A0-ADE6897CA74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4FC647-D1AC-5BA7-786C-8C9303050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3E9146-159A-3DA7-5D89-DA961C761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5D68-6D6E-4DD4-85D5-D574D96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366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C13629-71D1-7E3B-440B-7C685391B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D6A3-E2BD-49D3-86A0-ADE6897CA74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F602A4-BD8B-90D2-AC04-88A86D4E5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C59F2-8159-576D-9521-B864E4818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5D68-6D6E-4DD4-85D5-D574D96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39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71637-6472-262A-CAEB-D90881DFE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99916-0959-8A32-D223-FCDA783D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0BB899-04EC-9440-9FE4-64BDD0402D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B36AB7-C17C-BEA9-7757-481B807D7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D6A3-E2BD-49D3-86A0-ADE6897CA74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25230-8AD6-5BAA-9DDD-EB2884EF3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6F3C0-7C9A-DCC7-262C-672AA20F1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5D68-6D6E-4DD4-85D5-D574D96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8456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0E344-8DF5-37AB-D494-09C8C8AC9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A61553-C913-478B-1E14-2073BAB3EC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0A9060-47B8-31B8-6702-2E7645968F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3F1034-7E6F-27EC-203C-4F009A549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D6A3-E2BD-49D3-86A0-ADE6897CA74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56C0D-3AFC-763A-C448-7E65E21A2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6582C2-9CB6-4C70-8708-DED121743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5D68-6D6E-4DD4-85D5-D574D96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989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74CAA-E038-903D-8D6A-9BC7359DA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6399BE-F9D1-FC41-C403-FA4F5D9DC2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CC41F-5383-5E26-BB27-262F26628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D6A3-E2BD-49D3-86A0-ADE6897CA74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161F5-F35A-11AF-E55D-A2F708E5D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5EF7E-8B3E-36D3-1EE9-E0D6CCD75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5D68-6D6E-4DD4-85D5-D574D96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324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9676CC-B1F3-26BC-D6C6-597DADF13E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BDE291-1A13-8EEB-518E-7FD412637F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91772-AFB0-1E4A-0B64-5A8E4D81A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D6A3-E2BD-49D3-86A0-ADE6897CA74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6E5B6-AB27-F65A-8110-F0EA1A88C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D881A-9DF8-B6E1-9F9F-AC9D356C5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5D68-6D6E-4DD4-85D5-D574D96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267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5510F0-85DF-E0E9-F683-0D4B529EA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CC7691-7AB7-9A6A-037F-3EA90E4E5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1E927-46B1-A2EB-BF7D-E170951F23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6D6A3-E2BD-49D3-86A0-ADE6897CA74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86BE2-6945-F133-AE73-B2FFCCA641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46367-2DE6-FE05-DA9C-5DDB49EA4A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65D68-6D6E-4DD4-85D5-D574D96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492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5F1DA1-DEDA-B883-3E9C-13F0A01431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91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55E16-D9AB-55CC-60F5-34CA9510F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69F42B-13D4-9D24-2BE8-C3524F86A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47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07F49-9706-903B-ECAD-A7D9C8AF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93A160-B074-0C16-678C-47FE19630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770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05E54-E0A0-A784-0325-AFD719C96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EB2D03-A42A-D61A-2968-C4F6DC599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207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2BFBA-8385-D701-468A-669E5146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44D866-DA42-6C7C-BF61-EBF58E1A2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761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ED023-1331-CAAD-4746-F33909B80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A61CF4-C15A-0AE7-1788-0E9133457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379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62B24-177C-DB71-503C-405C7FD6D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4BAB5B-0FD2-C069-3099-8339190FE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386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2BFD8-57B4-28EC-6574-5119CE514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BD59235-9B66-0765-F200-7833A6F9A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296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1817ED-291A-4AD6-7E6B-AE400C594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209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ABFAB-903E-0FD6-95E9-FB138C359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B01E5C-444A-3C7F-1F36-049EDB72B747}"/>
              </a:ext>
            </a:extLst>
          </p:cNvPr>
          <p:cNvSpPr txBox="1"/>
          <p:nvPr/>
        </p:nvSpPr>
        <p:spPr>
          <a:xfrm>
            <a:off x="2218228" y="1667499"/>
            <a:ext cx="735320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 err="1">
                <a:latin typeface="Symbol" panose="05050102010706020507" pitchFamily="18" charset="2"/>
              </a:rPr>
              <a:t>t</a:t>
            </a:r>
            <a:r>
              <a:rPr lang="en-US" sz="9600" dirty="0" err="1"/>
              <a:t>h</a:t>
            </a:r>
            <a:r>
              <a:rPr lang="en-US" sz="9600" dirty="0" err="1">
                <a:latin typeface="Symbol" panose="05050102010706020507" pitchFamily="18" charset="2"/>
              </a:rPr>
              <a:t>ahk</a:t>
            </a:r>
            <a:r>
              <a:rPr lang="en-US" sz="9600" dirty="0">
                <a:latin typeface="Symbol" panose="05050102010706020507" pitchFamily="18" charset="2"/>
              </a:rPr>
              <a:t> You</a:t>
            </a:r>
            <a:endParaRPr lang="en-IN" sz="9600" dirty="0">
              <a:latin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75261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</Words>
  <Application>Microsoft Office PowerPoint</Application>
  <PresentationFormat>Widescreen</PresentationFormat>
  <Paragraphs>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- RAVEN -</dc:creator>
  <cp:lastModifiedBy>Kishore S</cp:lastModifiedBy>
  <cp:revision>3</cp:revision>
  <dcterms:created xsi:type="dcterms:W3CDTF">2026-10-04T12:26:20Z</dcterms:created>
  <dcterms:modified xsi:type="dcterms:W3CDTF">2026-10-09T12:13:45Z</dcterms:modified>
</cp:coreProperties>
</file>